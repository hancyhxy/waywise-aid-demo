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the current journey before choosing a service.</a:t>
            </a:r>
          </a:p>
          <a:p>
            <a:r>
              <a:t>Origin and destination; service alert; journey-specific priorities; recommendation confidence.</a:t>
            </a:r>
          </a:p>
          <a:p>
            <a:r>
              <a:t>Select a priority or scroll to compare Take, Wait and Switch.</a:t>
            </a:r>
          </a:p>
          <a:p>
            <a:r>
              <a:t>Scope: All service conditions and confidence values are fictional.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consequences of taking, waiting or switching.</a:t>
            </a:r>
          </a:p>
          <a:p>
            <a:r>
              <a:t>Arrival time; total duration; seating or boarding likelihood; walking; transfers.</a:t>
            </a:r>
          </a:p>
          <a:p>
            <a:r>
              <a:t>Choose an option, or open Why? to inspect its rationale.</a:t>
            </a:r>
          </a:p>
          <a:p>
            <a:r>
              <a:t>Scope: Outlined recommendation reflects the demo ranking, not live routing.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comfort part of the current decision.</a:t>
            </a:r>
          </a:p>
          <a:p>
            <a:r>
              <a:t>The selected priority has an outlined, underlined state. The recommended route can change.</a:t>
            </a:r>
          </a:p>
          <a:p>
            <a:r>
              <a:t>Toggle Need a seat; compare the updated recommendation.</a:t>
            </a:r>
          </a:p>
          <a:p>
            <a:r>
              <a:t>Scope: Journey chips affect demo ranking; preference sliders do not.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options when the usual service is running normally.</a:t>
            </a:r>
          </a:p>
          <a:p>
            <a:r>
              <a:t>Normal-service scenario; 91% demo confidence; direct and alternative routes.</a:t>
            </a:r>
          </a:p>
          <a:p>
            <a:r>
              <a:t>Compare the next train with waiting or switching.</a:t>
            </a:r>
          </a:p>
          <a:p>
            <a:r>
              <a:t>Scope: A scenario variation of Today, not a separate navigation page.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boarding uncertainty visible before committing.</a:t>
            </a:r>
          </a:p>
          <a:p>
            <a:r>
              <a:t>Capacity scenario; boarding constraints; next bus, following bus and alternative bus.</a:t>
            </a:r>
          </a:p>
          <a:p>
            <a:r>
              <a:t>Compare the risk of waiting with the extra walking of switching.</a:t>
            </a:r>
          </a:p>
          <a:p>
            <a:r>
              <a:t>Scope: Boarding likelihood is illustrative rather than a capacity prediction.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basis of the recommendation.</a:t>
            </a:r>
          </a:p>
          <a:p>
            <a:r>
              <a:t>Current conditions; journey context; confidence and uncertainty.</a:t>
            </a:r>
          </a:p>
          <a:p>
            <a:r>
              <a:t>Close the sheet using the handle, Got it, backdrop or Escape.</a:t>
            </a:r>
          </a:p>
          <a:p>
            <a:r>
              <a:t>Scope: Explanatory overlay from the existing demo.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taking the next train may suit this journey.</a:t>
            </a:r>
          </a:p>
          <a:p>
            <a:r>
              <a:t>Route-specific rationale alongside context and confidence explanations.</a:t>
            </a:r>
          </a:p>
          <a:p>
            <a:r>
              <a:t>Read the trade-off, then return to the option list.</a:t>
            </a:r>
          </a:p>
          <a:p>
            <a:r>
              <a:t>Scope: In this scenario: fastest, but a seat is unlikely.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potential benefit of waiting.</a:t>
            </a:r>
          </a:p>
          <a:p>
            <a:r>
              <a:t>Queue-clearing rationale and the effect of current context.</a:t>
            </a:r>
          </a:p>
          <a:p>
            <a:r>
              <a:t>Return to the list to compare or choose the waiting option.</a:t>
            </a:r>
          </a:p>
          <a:p>
            <a:r>
              <a:t>Scope: The queue-clearing statement is fictional demo content.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trade-off in changing routes.</a:t>
            </a:r>
          </a:p>
          <a:p>
            <a:r>
              <a:t>Reliability benefit; extra walking; one transfer.</a:t>
            </a:r>
          </a:p>
          <a:p>
            <a:r>
              <a:t>Return to the options and make a decision.</a:t>
            </a:r>
          </a:p>
          <a:p>
            <a:r>
              <a:t>Scope: No map or navigation flow exists in the source prototype.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the selected commute option.</a:t>
            </a:r>
          </a:p>
          <a:p>
            <a:r>
              <a:t>A short confirmation with the chosen action and arrival reference.</a:t>
            </a:r>
          </a:p>
          <a:p>
            <a:r>
              <a:t>Continue reviewing the journey after the message dismisses.</a:t>
            </a:r>
          </a:p>
          <a:p>
            <a:r>
              <a:t>Scope: Session-only feedback: no persistent saving or real monitoring.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 a weekly routine and its outbound and return journeys.</a:t>
            </a:r>
          </a:p>
          <a:p>
            <a:r>
              <a:t>Seven-day selector; office-day journey pair; saved routine templates.</a:t>
            </a:r>
          </a:p>
          <a:p>
            <a:r>
              <a:t>Choose another day; use Today to return to route comparison.</a:t>
            </a:r>
          </a:p>
          <a:p>
            <a:r>
              <a:t>Scope: Change journey opens this screen; it does not apply a saved route.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different destinations and schedules across the week.</a:t>
            </a:r>
          </a:p>
          <a:p>
            <a:r>
              <a:t>University-day outbound and return journeys; scheduled times.</a:t>
            </a:r>
          </a:p>
          <a:p>
            <a:r>
              <a:t>Select another weekday to inspect its routine.</a:t>
            </a:r>
          </a:p>
          <a:p>
            <a:r>
              <a:t>Scope: Wednesday repeats office; Thursday uses later university times.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 a day without a commute.</a:t>
            </a:r>
          </a:p>
          <a:p>
            <a:r>
              <a:t>Remote-day label; no-commute state; reusable routine templates.</a:t>
            </a:r>
          </a:p>
          <a:p>
            <a:r>
              <a:t>Use + to see the routine-editor placeholder.</a:t>
            </a:r>
          </a:p>
          <a:p>
            <a:r>
              <a:t>Scope: Notification pausing is descriptive only in this demo.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flexible weekend journey.</a:t>
            </a:r>
          </a:p>
          <a:p>
            <a:r>
              <a:t>One outbound journey; personal-trip category; departure time.</a:t>
            </a:r>
          </a:p>
          <a:p>
            <a:r>
              <a:t>Switch days or return to Today.</a:t>
            </a:r>
          </a:p>
          <a:p>
            <a:r>
              <a:t>Scope: A single-leg routine is retained from the source prototype.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empty state for an unscheduled day.</a:t>
            </a:r>
          </a:p>
          <a:p>
            <a:r>
              <a:t>No saved Sunday journey; guidance to add one.</a:t>
            </a:r>
          </a:p>
          <a:p>
            <a:r>
              <a:t>Use + to inspect the available editor feedback.</a:t>
            </a:r>
          </a:p>
          <a:p>
            <a:r>
              <a:t>Scope: The prototype does not implement a complete create/edit form.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Indicate the intended next step for adding a routine.</a:t>
            </a:r>
          </a:p>
          <a:p>
            <a:r>
              <a:t>Placeholder feedback describes choosing days and adding journey legs.</a:t>
            </a:r>
          </a:p>
          <a:p>
            <a:r>
              <a:t>Dismisses automatically; Edit week triggers the same feedback.</a:t>
            </a:r>
          </a:p>
          <a:p>
            <a:r>
              <a:t>Scope: This is a placeholder, not a working routine editor.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Express default priorities separately from today’s context.</a:t>
            </a:r>
          </a:p>
          <a:p>
            <a:r>
              <a:t>Arrival time, seat chance and reliability sliders; learning and alert toggles.</a:t>
            </a:r>
          </a:p>
          <a:p>
            <a:r>
              <a:t>Move a slider or switch a toggle to see its visible state.</a:t>
            </a:r>
          </a:p>
          <a:p>
            <a:r>
              <a:t>Scope: Controls are visual-only and do not persist or affect route ranking.</a:t>
            </a:r>
          </a:p>
          <a:p>
            <a:r>
              <a:t>Source: existing Waywise mid-fidelity demo. Wireframe translation created 2026-09-30, not evidence of an earlier design iteration.</a:t>
            </a:r>
          </a:p>
          <a:p>
            <a:r>
              <a:t>Live prototype: https://hancyhxy.github.io/waywise-aid-demo/low-fi/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Journey overview</a:t>
            </a:r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Understand the current journey before choosing a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Origin and destination; service alert; journey-specific priorities; recommendation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Select a priority or scroll to compare Take, Wait and Switch.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All service conditions and confidence values are fictional.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Compare options</a:t>
            </a:r>
          </a:p>
        </p:txBody>
      </p:sp>
      <p:pic>
        <p:nvPicPr>
          <p:cNvPr id="4" name="Picture 3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the consequences of taking, waiting or switching.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Arrival time; total duration; seating or boarding likelihood; walking; transfers.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Choose an option, or open Why? to inspect its rationale.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Outlined recommendation reflects the demo ranking, not live routing.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Need a seat</a:t>
            </a:r>
          </a:p>
        </p:txBody>
      </p:sp>
      <p:pic>
        <p:nvPicPr>
          <p:cNvPr id="4" name="Picture 3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Make comfort part of the current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The selected priority has an outlined, underlined state. The recommended route can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Toggle Need a seat; compare the updated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Journey chips affect demo ranking; preference sliders do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Normal service</a:t>
            </a:r>
          </a:p>
        </p:txBody>
      </p:sp>
      <p:pic>
        <p:nvPicPr>
          <p:cNvPr id="4" name="Picture 3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options when the usual service is running normally.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Normal-service scenario; 91% demo confidence; direct and alternative routes.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the next train with waiting or switching.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A scenario variation of Today, not a separate navigation page.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Full bus</a:t>
            </a:r>
          </a:p>
        </p:txBody>
      </p:sp>
      <p:pic>
        <p:nvPicPr>
          <p:cNvPr id="4" name="Picture 3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Make boarding uncertainty visible before committing.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Capacity scenario; boarding constraints; next bus, following bus and alternative bus.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the risk of waiting with the extra walking of switching.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Boarding likelihood is illustrative rather than a capacity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How it works</a:t>
            </a:r>
          </a:p>
        </p:txBody>
      </p:sp>
      <p:pic>
        <p:nvPicPr>
          <p:cNvPr id="4" name="Picture 3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the basis of the recommendation.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Current conditions; journey context; confidence and uncertainty.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Close the sheet using the handle, Got it, backdrop or Escape.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Explanatory overlay from the existing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Take</a:t>
            </a:r>
          </a:p>
        </p:txBody>
      </p:sp>
      <p:pic>
        <p:nvPicPr>
          <p:cNvPr id="4" name="Picture 3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why taking the next train may suit this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Route-specific rationale alongside context and confidence explanations.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Read the trade-off, then return to the option 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In this scenario: fastest, but a seat is unlikely.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Wait</a:t>
            </a:r>
          </a:p>
        </p:txBody>
      </p:sp>
      <p:pic>
        <p:nvPicPr>
          <p:cNvPr id="4" name="Picture 3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the potential benefit of waiting.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Queue-clearing rationale and the effect of current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Return to the list to compare or choose the waiting option.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The queue-clearing statement is fictional demo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Switch</a:t>
            </a:r>
          </a:p>
        </p:txBody>
      </p:sp>
      <p:pic>
        <p:nvPicPr>
          <p:cNvPr id="4" name="Picture 3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the trade-off in changing routes.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Reliability benefit; extra walking; one transfer.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Return to the options and make a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No map or navigation flow exists in the source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Feedback / Decision saved</a:t>
            </a:r>
          </a:p>
        </p:txBody>
      </p:sp>
      <p:pic>
        <p:nvPicPr>
          <p:cNvPr id="4" name="Picture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Acknowledge the selected commute option.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 short confirmation with the chosen action and arrival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Continue reviewing the journey after the message dismisses.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Session-only feedback: no persistent saving or real monitoring.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Office day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View a weekly routine and its outbound and return journeys.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Seven-day selector; office-day journey pair; saved routine templates.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Choose another day; use Today to return to route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Change journey opens this screen; it does not apply a saved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University day</a:t>
            </a:r>
          </a:p>
        </p:txBody>
      </p:sp>
      <p:pic>
        <p:nvPicPr>
          <p:cNvPr id="4" name="Picture 3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Support different destinations and schedules across the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University-day outbound and return journeys; scheduled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Select another weekday to inspect its routine.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Wednesday repeats office; Thursday uses later university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Remote day</a:t>
            </a:r>
          </a:p>
        </p:txBody>
      </p:sp>
      <p:pic>
        <p:nvPicPr>
          <p:cNvPr id="4" name="Picture 3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Represent a day without a commute.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Remote-day label; no-commute state; reusable routine templates.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Use + to see the routine-editor placeholder.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Notification pausing is descriptive only in this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Personal trip</a:t>
            </a:r>
          </a:p>
        </p:txBody>
      </p:sp>
      <p:pic>
        <p:nvPicPr>
          <p:cNvPr id="4" name="Picture 3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Show a flexible weekend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One outbound journey; personal-trip category; departure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Switch days or return to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A single-leg routine is retained from the source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No routine</a:t>
            </a:r>
          </a:p>
        </p:txBody>
      </p:sp>
      <p:pic>
        <p:nvPicPr>
          <p:cNvPr id="4" name="Picture 3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Show the empty state for an unscheduled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No saved Sunday journey; guidance to add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Use + to inspect the available editor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The prototype does not implement a complete create/edit 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Feedback / Routine editor</a:t>
            </a:r>
          </a:p>
        </p:txBody>
      </p:sp>
      <p:pic>
        <p:nvPicPr>
          <p:cNvPr id="4" name="Picture 3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Indicate the intended next step for adding a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Placeholder feedback describes choosing days and adding journey legs.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Dismisses automatically; Edit week triggers the same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This is a placeholder, not a working routine editor.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WAYWISE / LOW-FIDELITY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Priorities / Default preferences</a:t>
            </a:r>
          </a:p>
        </p:txBody>
      </p:sp>
      <p:pic>
        <p:nvPicPr>
          <p:cNvPr id="4" name="Picture 3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Express default priorities separately from today’s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Arrival time, seat chance and reliability sliders; learning and alert toggles.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Move a slider or switch a toggle to see its visible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Controls are visual-only and do not persist or affect route ranking.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white canvas / outline-only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